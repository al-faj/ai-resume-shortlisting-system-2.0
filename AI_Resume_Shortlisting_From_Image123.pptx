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213" y="274638"/>
            <a:ext cx="7793766" cy="1143000"/>
          </a:xfrm>
        </p:spPr>
        <p:txBody>
          <a:bodyPr/>
          <a:lstStyle/>
          <a:p>
            <a:r>
              <a:rPr b="1" i="1" dirty="0"/>
              <a:t>AI Resume Shortlisting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286" y="2801563"/>
            <a:ext cx="7746763" cy="3741886"/>
          </a:xfrm>
        </p:spPr>
        <p:txBody>
          <a:bodyPr/>
          <a:lstStyle/>
          <a:p>
            <a:r>
              <a:rPr sz="2400" b="1" dirty="0"/>
              <a:t>Project Link: resume-ml-project-1.onrender.com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800" b="1" dirty="0"/>
              <a:t>GROUP MEMBERS :-</a:t>
            </a:r>
            <a:endParaRPr sz="2800" b="1" dirty="0"/>
          </a:p>
          <a:p>
            <a:pPr marL="0" indent="0">
              <a:buNone/>
            </a:pPr>
            <a:r>
              <a:rPr sz="2000" b="1" i="1" dirty="0"/>
              <a:t>1. G</a:t>
            </a:r>
            <a:r>
              <a:rPr lang="en-US" sz="2000" b="1" i="1" dirty="0"/>
              <a:t>OURAV KUMAR</a:t>
            </a:r>
          </a:p>
          <a:p>
            <a:pPr marL="0" indent="0">
              <a:buNone/>
            </a:pPr>
            <a:r>
              <a:rPr sz="2000" b="1" i="1" dirty="0"/>
              <a:t>2. Md. </a:t>
            </a:r>
            <a:r>
              <a:rPr sz="2000" b="1" i="1"/>
              <a:t>A</a:t>
            </a:r>
            <a:r>
              <a:rPr lang="en-US" sz="2000" b="1" i="1"/>
              <a:t>LFAJ </a:t>
            </a:r>
            <a:r>
              <a:rPr lang="en-US" sz="2000" b="1" i="1" dirty="0"/>
              <a:t>HUSSAIN</a:t>
            </a:r>
            <a:endParaRPr sz="2000" b="1" i="1" dirty="0"/>
          </a:p>
          <a:p>
            <a:pPr marL="0" indent="0">
              <a:buNone/>
            </a:pPr>
            <a:r>
              <a:rPr sz="2000" b="1" i="1" dirty="0"/>
              <a:t>3. </a:t>
            </a:r>
            <a:r>
              <a:rPr lang="en-US" sz="2000" b="1" i="1" dirty="0"/>
              <a:t>KOUSHIK BARMAN</a:t>
            </a:r>
            <a:endParaRPr sz="20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i="1" dirty="0"/>
              <a:t>What is Resume Shortlisting?</a:t>
            </a:r>
          </a:p>
          <a:p>
            <a:r>
              <a:rPr dirty="0"/>
              <a:t>It is the process through filtering a large pool of job applications to find the best-suited candidates for a specific role.</a:t>
            </a:r>
          </a:p>
          <a:p>
            <a:endParaRPr dirty="0"/>
          </a:p>
          <a:p>
            <a:pPr marL="0" indent="0">
              <a:buNone/>
            </a:pPr>
            <a:r>
              <a:rPr b="1" i="1" dirty="0"/>
              <a:t>Time-Consuming:</a:t>
            </a:r>
          </a:p>
          <a:p>
            <a:pPr marL="0" indent="0">
              <a:buNone/>
            </a:pPr>
            <a:r>
              <a:rPr dirty="0"/>
              <a:t>• Recruiters spend hours screening resumes.</a:t>
            </a:r>
          </a:p>
          <a:p>
            <a:pPr marL="0" indent="0">
              <a:buNone/>
            </a:pPr>
            <a:r>
              <a:rPr dirty="0"/>
              <a:t>• Manual process increases workload and delay.</a:t>
            </a:r>
          </a:p>
          <a:p>
            <a:endParaRPr dirty="0"/>
          </a:p>
          <a:p>
            <a:pPr marL="0" indent="0">
              <a:buNone/>
            </a:pPr>
            <a:r>
              <a:rPr b="1" i="1" dirty="0"/>
              <a:t>Errors:</a:t>
            </a:r>
          </a:p>
          <a:p>
            <a:pPr marL="0" indent="0">
              <a:buNone/>
            </a:pPr>
            <a:r>
              <a:rPr dirty="0"/>
              <a:t>• Human bias and fatigue can affect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i="1" dirty="0"/>
              <a:t>Manual resume shortlisting is difficult because:</a:t>
            </a:r>
          </a:p>
          <a:p>
            <a:pPr marL="0" indent="0">
              <a:buNone/>
            </a:pPr>
            <a:r>
              <a:rPr sz="2800" dirty="0"/>
              <a:t>• AI can read thousands of resumes faster than humans.</a:t>
            </a:r>
          </a:p>
          <a:p>
            <a:endParaRPr dirty="0"/>
          </a:p>
          <a:p>
            <a:pPr marL="0" indent="0">
              <a:buNone/>
            </a:pPr>
            <a:r>
              <a:rPr b="1" i="1" dirty="0"/>
              <a:t>Why AI is used?</a:t>
            </a:r>
          </a:p>
          <a:p>
            <a:pPr marL="0" indent="0">
              <a:buNone/>
            </a:pPr>
            <a:r>
              <a:rPr sz="2800" dirty="0"/>
              <a:t>• For one job opening, AI can scan thousands of resumes.</a:t>
            </a:r>
          </a:p>
          <a:p>
            <a:pPr marL="0" indent="0">
              <a:buNone/>
            </a:pPr>
            <a:r>
              <a:rPr sz="2800" dirty="0"/>
              <a:t>• Helps reduce fatigue and oversight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Problem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To build an automated system that categorizes resumes instantly.</a:t>
            </a:r>
          </a:p>
          <a:p>
            <a:pPr marL="0" indent="0">
              <a:buNone/>
            </a:pPr>
            <a:r>
              <a:rPr sz="2800" dirty="0"/>
              <a:t>• To provide ease of hiring process.</a:t>
            </a:r>
          </a:p>
          <a:p>
            <a:pPr marL="0" indent="0">
              <a:buNone/>
            </a:pPr>
            <a:r>
              <a:rPr sz="2800" dirty="0"/>
              <a:t>• To help HR departments focus on interviewing rather than manual sorting.</a:t>
            </a:r>
          </a:p>
          <a:p>
            <a:pPr marL="0" indent="0">
              <a:buNone/>
            </a:pPr>
            <a:r>
              <a:rPr sz="2800" dirty="0"/>
              <a:t>• To create a scalable web application with real-time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i="1" dirty="0"/>
              <a:t>Objective of the Concept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5119"/>
            <a:ext cx="8229600" cy="1937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To provide an AI-based system that categorizes resumes.</a:t>
            </a:r>
          </a:p>
          <a:p>
            <a:pPr marL="0" indent="0">
              <a:buNone/>
            </a:pPr>
            <a:r>
              <a:rPr sz="2400" dirty="0"/>
              <a:t>• To help HR analyze resumes faster and view results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600" dirty="0"/>
              <a:t>• Upload Resume</a:t>
            </a:r>
          </a:p>
          <a:p>
            <a:pPr marL="0" indent="0">
              <a:buNone/>
            </a:pPr>
            <a:r>
              <a:rPr sz="2600" dirty="0"/>
              <a:t>• Text Processing</a:t>
            </a:r>
          </a:p>
          <a:p>
            <a:pPr marL="0" indent="0">
              <a:buNone/>
            </a:pPr>
            <a:r>
              <a:rPr sz="2600" dirty="0"/>
              <a:t>• Python</a:t>
            </a:r>
          </a:p>
          <a:p>
            <a:pPr marL="0" indent="0">
              <a:buNone/>
            </a:pPr>
            <a:r>
              <a:rPr sz="2600" dirty="0"/>
              <a:t>• Machine Learning</a:t>
            </a:r>
          </a:p>
          <a:p>
            <a:pPr marL="0" indent="0">
              <a:buNone/>
            </a:pPr>
            <a:r>
              <a:rPr sz="2600" dirty="0"/>
              <a:t>• Flask</a:t>
            </a:r>
          </a:p>
          <a:p>
            <a:pPr marL="0" indent="0">
              <a:buNone/>
            </a:pPr>
            <a:r>
              <a:rPr sz="2600" dirty="0"/>
              <a:t>• HTML, CSS</a:t>
            </a:r>
          </a:p>
          <a:p>
            <a:pPr marL="0" indent="0">
              <a:buNone/>
            </a:pPr>
            <a:r>
              <a:rPr sz="2600" dirty="0"/>
              <a:t>• Deployment on Render</a:t>
            </a:r>
          </a:p>
          <a:p>
            <a:endParaRPr dirty="0"/>
          </a:p>
          <a:p>
            <a:pPr marL="0" indent="0">
              <a:buNone/>
            </a:pPr>
            <a:r>
              <a:rPr b="1" i="1" dirty="0"/>
              <a:t>Workflow:</a:t>
            </a:r>
          </a:p>
          <a:p>
            <a:r>
              <a:rPr sz="2600" dirty="0"/>
              <a:t>Resume → ML Model → Shortlisting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Features of Future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i="1" dirty="0"/>
              <a:t>Resume Text Screening:</a:t>
            </a:r>
          </a:p>
          <a:p>
            <a:pPr marL="0" indent="0">
              <a:buNone/>
            </a:pPr>
            <a:r>
              <a:rPr dirty="0"/>
              <a:t>• Using NLP techniques like </a:t>
            </a:r>
            <a:r>
              <a:rPr dirty="0" err="1"/>
              <a:t>stopword</a:t>
            </a:r>
            <a:r>
              <a:rPr dirty="0"/>
              <a:t> removal and tokenization.</a:t>
            </a:r>
          </a:p>
          <a:p>
            <a:endParaRPr dirty="0"/>
          </a:p>
          <a:p>
            <a:pPr marL="0" indent="0">
              <a:buNone/>
            </a:pPr>
            <a:r>
              <a:rPr b="1" i="1" dirty="0"/>
              <a:t>Model Evaluation Concept:</a:t>
            </a:r>
          </a:p>
          <a:p>
            <a:pPr marL="0" indent="0">
              <a:buNone/>
            </a:pPr>
            <a:r>
              <a:rPr dirty="0"/>
              <a:t>• Trained model compares resume against job requirements.</a:t>
            </a:r>
          </a:p>
          <a:p>
            <a:endParaRPr dirty="0"/>
          </a:p>
          <a:p>
            <a:pPr marL="0" indent="0">
              <a:buNone/>
            </a:pPr>
            <a:r>
              <a:rPr b="1" i="1" dirty="0"/>
              <a:t>User Prediction:</a:t>
            </a:r>
          </a:p>
          <a:p>
            <a:pPr marL="0" indent="0">
              <a:buNone/>
            </a:pPr>
            <a:r>
              <a:rPr dirty="0"/>
              <a:t>• System provides final result based on resume input.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Advantages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i="1" dirty="0"/>
              <a:t>Advantages:</a:t>
            </a:r>
          </a:p>
          <a:p>
            <a:pPr marL="0" indent="0">
              <a:buNone/>
            </a:pPr>
            <a:r>
              <a:rPr dirty="0"/>
              <a:t>• Job-role ranking for HR teams.</a:t>
            </a:r>
          </a:p>
          <a:p>
            <a:pPr marL="0" indent="0">
              <a:buNone/>
            </a:pPr>
            <a:r>
              <a:rPr dirty="0"/>
              <a:t>• Saves significant time in candidate filtering.</a:t>
            </a:r>
          </a:p>
          <a:p>
            <a:endParaRPr dirty="0"/>
          </a:p>
          <a:p>
            <a:pPr marL="0" indent="0">
              <a:buNone/>
            </a:pPr>
            <a:r>
              <a:rPr b="1" i="1" dirty="0"/>
              <a:t>Future Scope:</a:t>
            </a:r>
          </a:p>
          <a:p>
            <a:pPr marL="0" indent="0">
              <a:buNone/>
            </a:pPr>
            <a:r>
              <a:rPr dirty="0"/>
              <a:t>• Integration with ATS systems.</a:t>
            </a:r>
          </a:p>
          <a:p>
            <a:pPr marL="0" indent="0">
              <a:buNone/>
            </a:pPr>
            <a:r>
              <a:rPr dirty="0"/>
              <a:t>• Advanced deep learning models.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Learning Outcome:</a:t>
            </a:r>
          </a:p>
          <a:p>
            <a:pPr marL="0" indent="0">
              <a:buNone/>
            </a:pPr>
            <a:r>
              <a:rPr dirty="0"/>
              <a:t>• Gained hands-on experience in ML, NLP, and web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14</TotalTime>
  <Words>332</Words>
  <Application>Microsoft Office PowerPoint</Application>
  <PresentationFormat>On-screen Show (4:3)</PresentationFormat>
  <Paragraphs>64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AI Resume Shortlisting System</vt:lpstr>
      <vt:lpstr>Introduction</vt:lpstr>
      <vt:lpstr>Problem Statement</vt:lpstr>
      <vt:lpstr>Problem of the Project</vt:lpstr>
      <vt:lpstr>Objective of the Concept Used</vt:lpstr>
      <vt:lpstr>Technologies Used</vt:lpstr>
      <vt:lpstr>Features of Future System</vt:lpstr>
      <vt:lpstr>Advantages &amp; Future Scope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Shortlisting System</dc:title>
  <dc:creator>GOURAV</dc:creator>
  <dc:description>generated using python-pptx</dc:description>
  <cp:lastModifiedBy>Gourav Kumar</cp:lastModifiedBy>
  <cp:revision>4</cp:revision>
  <dcterms:created xsi:type="dcterms:W3CDTF">2013-01-27T09:14:16Z</dcterms:created>
  <dcterms:modified xsi:type="dcterms:W3CDTF">2026-02-11T09:24:18Z</dcterms:modified>
</cp:coreProperties>
</file>